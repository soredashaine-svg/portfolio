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HK Modular" charset="1" panose="00000800000000000000"/>
      <p:regular r:id="rId20"/>
    </p:embeddedFont>
    <p:embeddedFont>
      <p:font typeface="Gruppo" charset="1" panose="02000604060000020004"/>
      <p:regular r:id="rId21"/>
    </p:embeddedFont>
    <p:embeddedFont>
      <p:font typeface="Raleway Light" charset="1" panose="00000000000000000000"/>
      <p:regular r:id="rId22"/>
    </p:embeddedFont>
    <p:embeddedFont>
      <p:font typeface="Raleway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jpe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jpe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jpe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jpe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jpe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jpeg" Type="http://schemas.openxmlformats.org/officeDocument/2006/relationships/image"/><Relationship Id="rId11" Target="../media/image17.jpe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8.jpeg" Type="http://schemas.openxmlformats.org/officeDocument/2006/relationships/image"/><Relationship Id="rId9" Target="../media/image1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0.jpeg" Type="http://schemas.openxmlformats.org/officeDocument/2006/relationships/image"/><Relationship Id="rId9" Target="../media/image2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jpeg" Type="http://schemas.openxmlformats.org/officeDocument/2006/relationships/image"/><Relationship Id="rId11" Target="../media/image23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0.jpeg" Type="http://schemas.openxmlformats.org/officeDocument/2006/relationships/image"/><Relationship Id="rId9" Target="../media/image2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54235" y="-723790"/>
            <a:ext cx="3513477" cy="1884501"/>
          </a:xfrm>
          <a:custGeom>
            <a:avLst/>
            <a:gdLst/>
            <a:ahLst/>
            <a:cxnLst/>
            <a:rect r="r" b="b" t="t" l="l"/>
            <a:pathLst>
              <a:path h="1884501" w="3513477">
                <a:moveTo>
                  <a:pt x="0" y="0"/>
                </a:moveTo>
                <a:lnTo>
                  <a:pt x="3513477" y="0"/>
                </a:lnTo>
                <a:lnTo>
                  <a:pt x="3513477" y="1884501"/>
                </a:lnTo>
                <a:lnTo>
                  <a:pt x="0" y="1884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72862" y="2318984"/>
            <a:ext cx="3799594" cy="678844"/>
          </a:xfrm>
          <a:custGeom>
            <a:avLst/>
            <a:gdLst/>
            <a:ahLst/>
            <a:cxnLst/>
            <a:rect r="r" b="b" t="t" l="l"/>
            <a:pathLst>
              <a:path h="678844" w="3799594">
                <a:moveTo>
                  <a:pt x="0" y="0"/>
                </a:moveTo>
                <a:lnTo>
                  <a:pt x="3799594" y="0"/>
                </a:lnTo>
                <a:lnTo>
                  <a:pt x="3799594" y="678844"/>
                </a:lnTo>
                <a:lnTo>
                  <a:pt x="0" y="6788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7249" y="8933667"/>
            <a:ext cx="3513477" cy="1884501"/>
          </a:xfrm>
          <a:custGeom>
            <a:avLst/>
            <a:gdLst/>
            <a:ahLst/>
            <a:cxnLst/>
            <a:rect r="r" b="b" t="t" l="l"/>
            <a:pathLst>
              <a:path h="1884501" w="3513477">
                <a:moveTo>
                  <a:pt x="0" y="0"/>
                </a:moveTo>
                <a:lnTo>
                  <a:pt x="3513477" y="0"/>
                </a:lnTo>
                <a:lnTo>
                  <a:pt x="3513477" y="1884502"/>
                </a:lnTo>
                <a:lnTo>
                  <a:pt x="0" y="1884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17129" y="7588707"/>
            <a:ext cx="2311059" cy="638693"/>
          </a:xfrm>
          <a:custGeom>
            <a:avLst/>
            <a:gdLst/>
            <a:ahLst/>
            <a:cxnLst/>
            <a:rect r="r" b="b" t="t" l="l"/>
            <a:pathLst>
              <a:path h="638693" w="2311059">
                <a:moveTo>
                  <a:pt x="0" y="0"/>
                </a:moveTo>
                <a:lnTo>
                  <a:pt x="2311059" y="0"/>
                </a:lnTo>
                <a:lnTo>
                  <a:pt x="2311059" y="638693"/>
                </a:lnTo>
                <a:lnTo>
                  <a:pt x="0" y="6386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25501" y="3966587"/>
            <a:ext cx="9191689" cy="1730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0"/>
              </a:lnSpc>
            </a:pPr>
            <a:r>
              <a:rPr lang="en-US" sz="54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        FINALS</a:t>
            </a:r>
          </a:p>
          <a:p>
            <a:pPr algn="l">
              <a:lnSpc>
                <a:spcPts val="6880"/>
              </a:lnSpc>
            </a:pPr>
            <a:r>
              <a:rPr lang="en-US" sz="54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  </a:t>
            </a:r>
            <a:r>
              <a:rPr lang="en-US" sz="54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6071" y="1028700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6071" y="90145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04396" y="9014517"/>
            <a:ext cx="4454904" cy="406385"/>
          </a:xfrm>
          <a:custGeom>
            <a:avLst/>
            <a:gdLst/>
            <a:ahLst/>
            <a:cxnLst/>
            <a:rect r="r" b="b" t="t" l="l"/>
            <a:pathLst>
              <a:path h="406385" w="4454904">
                <a:moveTo>
                  <a:pt x="0" y="0"/>
                </a:moveTo>
                <a:lnTo>
                  <a:pt x="4454904" y="0"/>
                </a:lnTo>
                <a:lnTo>
                  <a:pt x="4454904" y="406385"/>
                </a:lnTo>
                <a:lnTo>
                  <a:pt x="0" y="40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458263" y="9073308"/>
            <a:ext cx="3147170" cy="29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2075">
                <a:solidFill>
                  <a:srgbClr val="00FFFF"/>
                </a:solidFill>
                <a:latin typeface="Gruppo"/>
                <a:ea typeface="Gruppo"/>
                <a:cs typeface="Gruppo"/>
                <a:sym typeface="Gruppo"/>
              </a:rPr>
              <a:t>www.reallygreatsite.com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50913" y="1942411"/>
            <a:ext cx="4786173" cy="86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sz="54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MEMBERS: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64094" y="3341814"/>
            <a:ext cx="6704049" cy="5214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Soreda,Rovilyn Shaine </a:t>
            </a:r>
          </a:p>
          <a:p>
            <a:pPr algn="ctr">
              <a:lnSpc>
                <a:spcPts val="2999"/>
              </a:lnSpc>
            </a:pPr>
          </a:p>
          <a:p>
            <a:pPr algn="ctr">
              <a:lnSpc>
                <a:spcPts val="2999"/>
              </a:lnSpc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Menodiado,Jiselle Ann</a:t>
            </a:r>
          </a:p>
          <a:p>
            <a:pPr algn="ctr">
              <a:lnSpc>
                <a:spcPts val="2999"/>
              </a:lnSpc>
            </a:pPr>
          </a:p>
          <a:p>
            <a:pPr algn="ctr">
              <a:lnSpc>
                <a:spcPts val="2999"/>
              </a:lnSpc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Flores,Sherry Mae </a:t>
            </a:r>
          </a:p>
          <a:p>
            <a:pPr algn="ctr">
              <a:lnSpc>
                <a:spcPts val="2999"/>
              </a:lnSpc>
            </a:pPr>
          </a:p>
          <a:p>
            <a:pPr algn="ctr">
              <a:lnSpc>
                <a:spcPts val="2999"/>
              </a:lnSpc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Alipio,Rachelle Ann </a:t>
            </a:r>
          </a:p>
          <a:p>
            <a:pPr algn="ctr">
              <a:lnSpc>
                <a:spcPts val="2999"/>
              </a:lnSpc>
            </a:pPr>
          </a:p>
          <a:p>
            <a:pPr algn="ctr">
              <a:lnSpc>
                <a:spcPts val="2999"/>
              </a:lnSpc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Bermudez,Marc Jayr </a:t>
            </a:r>
          </a:p>
          <a:p>
            <a:pPr algn="ctr">
              <a:lnSpc>
                <a:spcPts val="2999"/>
              </a:lnSpc>
            </a:pPr>
          </a:p>
          <a:p>
            <a:pPr algn="ctr">
              <a:lnSpc>
                <a:spcPts val="2999"/>
              </a:lnSpc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Nantiza, Mark John Ally </a:t>
            </a:r>
          </a:p>
          <a:p>
            <a:pPr algn="ctr">
              <a:lnSpc>
                <a:spcPts val="2999"/>
              </a:lnSpc>
            </a:pPr>
          </a:p>
          <a:p>
            <a:pPr algn="ctr">
              <a:lnSpc>
                <a:spcPts val="2999"/>
              </a:lnSpc>
            </a:pPr>
            <a:r>
              <a:rPr lang="en-US" sz="2777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Sonio,John Paul 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6071" y="1028700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4400" y="92812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04396" y="9118615"/>
            <a:ext cx="4454904" cy="406385"/>
          </a:xfrm>
          <a:custGeom>
            <a:avLst/>
            <a:gdLst/>
            <a:ahLst/>
            <a:cxnLst/>
            <a:rect r="r" b="b" t="t" l="l"/>
            <a:pathLst>
              <a:path h="406385" w="4454904">
                <a:moveTo>
                  <a:pt x="0" y="0"/>
                </a:moveTo>
                <a:lnTo>
                  <a:pt x="4454904" y="0"/>
                </a:lnTo>
                <a:lnTo>
                  <a:pt x="4454904" y="406385"/>
                </a:lnTo>
                <a:lnTo>
                  <a:pt x="0" y="40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14744" y="2657558"/>
            <a:ext cx="4540630" cy="6356958"/>
          </a:xfrm>
          <a:custGeom>
            <a:avLst/>
            <a:gdLst/>
            <a:ahLst/>
            <a:cxnLst/>
            <a:rect r="r" b="b" t="t" l="l"/>
            <a:pathLst>
              <a:path h="6356958" w="4540630">
                <a:moveTo>
                  <a:pt x="0" y="0"/>
                </a:moveTo>
                <a:lnTo>
                  <a:pt x="4540631" y="0"/>
                </a:lnTo>
                <a:lnTo>
                  <a:pt x="4540631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500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39621" y="662959"/>
            <a:ext cx="11884256" cy="1730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sz="54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PURCHASING THE NECESSARY MATERIALS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12731" y="4550268"/>
            <a:ext cx="8717072" cy="124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0"/>
              </a:lnSpc>
              <a:spcBef>
                <a:spcPct val="0"/>
              </a:spcBef>
            </a:pPr>
            <a:r>
              <a:rPr lang="en-US" sz="3018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First, we bought all the materials needed for our Arduino project, ensuring they were complete and suitable.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6071" y="1028700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4400" y="92812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04396" y="9118615"/>
            <a:ext cx="4454904" cy="406385"/>
          </a:xfrm>
          <a:custGeom>
            <a:avLst/>
            <a:gdLst/>
            <a:ahLst/>
            <a:cxnLst/>
            <a:rect r="r" b="b" t="t" l="l"/>
            <a:pathLst>
              <a:path h="406385" w="4454904">
                <a:moveTo>
                  <a:pt x="0" y="0"/>
                </a:moveTo>
                <a:lnTo>
                  <a:pt x="4454904" y="0"/>
                </a:lnTo>
                <a:lnTo>
                  <a:pt x="4454904" y="406385"/>
                </a:lnTo>
                <a:lnTo>
                  <a:pt x="0" y="40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27485" y="2380919"/>
            <a:ext cx="4884810" cy="6513080"/>
          </a:xfrm>
          <a:custGeom>
            <a:avLst/>
            <a:gdLst/>
            <a:ahLst/>
            <a:cxnLst/>
            <a:rect r="r" b="b" t="t" l="l"/>
            <a:pathLst>
              <a:path h="6513080" w="4884810">
                <a:moveTo>
                  <a:pt x="0" y="0"/>
                </a:moveTo>
                <a:lnTo>
                  <a:pt x="4884810" y="0"/>
                </a:lnTo>
                <a:lnTo>
                  <a:pt x="4884810" y="6513080"/>
                </a:lnTo>
                <a:lnTo>
                  <a:pt x="0" y="65130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01872" y="650877"/>
            <a:ext cx="11884256" cy="1730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sz="54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STARTING OUR ARDUINO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12731" y="4550268"/>
            <a:ext cx="8717072" cy="124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0"/>
              </a:lnSpc>
              <a:spcBef>
                <a:spcPct val="0"/>
              </a:spcBef>
            </a:pPr>
            <a:r>
              <a:rPr lang="en-US" sz="3018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Next, we started our gas leakage alarm project by watching tutorials and connecting wires to the breadboard and Arduino board.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6071" y="1028700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4400" y="92812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04396" y="9118615"/>
            <a:ext cx="4454904" cy="406385"/>
          </a:xfrm>
          <a:custGeom>
            <a:avLst/>
            <a:gdLst/>
            <a:ahLst/>
            <a:cxnLst/>
            <a:rect r="r" b="b" t="t" l="l"/>
            <a:pathLst>
              <a:path h="406385" w="4454904">
                <a:moveTo>
                  <a:pt x="0" y="0"/>
                </a:moveTo>
                <a:lnTo>
                  <a:pt x="4454904" y="0"/>
                </a:lnTo>
                <a:lnTo>
                  <a:pt x="4454904" y="406385"/>
                </a:lnTo>
                <a:lnTo>
                  <a:pt x="0" y="40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4400" y="2839912"/>
            <a:ext cx="6318331" cy="5994393"/>
          </a:xfrm>
          <a:custGeom>
            <a:avLst/>
            <a:gdLst/>
            <a:ahLst/>
            <a:cxnLst/>
            <a:rect r="r" b="b" t="t" l="l"/>
            <a:pathLst>
              <a:path h="5994393" w="6318331">
                <a:moveTo>
                  <a:pt x="0" y="0"/>
                </a:moveTo>
                <a:lnTo>
                  <a:pt x="6318331" y="0"/>
                </a:lnTo>
                <a:lnTo>
                  <a:pt x="6318331" y="5994393"/>
                </a:lnTo>
                <a:lnTo>
                  <a:pt x="0" y="59943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39621" y="662959"/>
            <a:ext cx="11884256" cy="1730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sz="54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DOWNLOADING ARDUINO IDE AND TESTING CODE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61223" y="4593593"/>
            <a:ext cx="8717072" cy="206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0"/>
              </a:lnSpc>
            </a:pPr>
            <a:r>
              <a:rPr lang="en-US" sz="3018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We downloaded the Arduino IDE and tested various codes on the Arduino Uno.</a:t>
            </a:r>
          </a:p>
          <a:p>
            <a:pPr algn="just">
              <a:lnSpc>
                <a:spcPts val="3260"/>
              </a:lnSpc>
            </a:pPr>
          </a:p>
          <a:p>
            <a:pPr algn="r">
              <a:lnSpc>
                <a:spcPts val="3260"/>
              </a:lnSpc>
            </a:pPr>
          </a:p>
          <a:p>
            <a:pPr algn="just">
              <a:lnSpc>
                <a:spcPts val="32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6071" y="1028700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4400" y="92812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04396" y="9118615"/>
            <a:ext cx="4454904" cy="406385"/>
          </a:xfrm>
          <a:custGeom>
            <a:avLst/>
            <a:gdLst/>
            <a:ahLst/>
            <a:cxnLst/>
            <a:rect r="r" b="b" t="t" l="l"/>
            <a:pathLst>
              <a:path h="406385" w="4454904">
                <a:moveTo>
                  <a:pt x="0" y="0"/>
                </a:moveTo>
                <a:lnTo>
                  <a:pt x="4454904" y="0"/>
                </a:lnTo>
                <a:lnTo>
                  <a:pt x="4454904" y="406385"/>
                </a:lnTo>
                <a:lnTo>
                  <a:pt x="0" y="40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9738" y="2928182"/>
            <a:ext cx="7540335" cy="5655251"/>
          </a:xfrm>
          <a:custGeom>
            <a:avLst/>
            <a:gdLst/>
            <a:ahLst/>
            <a:cxnLst/>
            <a:rect r="r" b="b" t="t" l="l"/>
            <a:pathLst>
              <a:path h="5655251" w="7540335">
                <a:moveTo>
                  <a:pt x="0" y="0"/>
                </a:moveTo>
                <a:lnTo>
                  <a:pt x="7540335" y="0"/>
                </a:lnTo>
                <a:lnTo>
                  <a:pt x="7540335" y="5655251"/>
                </a:lnTo>
                <a:lnTo>
                  <a:pt x="0" y="56552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39621" y="662959"/>
            <a:ext cx="11884256" cy="1730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sz="54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ENCOUNTERING AND RESOLVING ERRORS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35563" y="4348417"/>
            <a:ext cx="8717072" cy="124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0"/>
              </a:lnSpc>
              <a:spcBef>
                <a:spcPct val="0"/>
              </a:spcBef>
            </a:pPr>
            <a:r>
              <a:rPr lang="en-US" sz="3018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We faced an error uploading code due to a defective Arduino Uno, which we identified after troubleshooting.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6071" y="1028700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4400" y="92812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04396" y="9118615"/>
            <a:ext cx="4454904" cy="406385"/>
          </a:xfrm>
          <a:custGeom>
            <a:avLst/>
            <a:gdLst/>
            <a:ahLst/>
            <a:cxnLst/>
            <a:rect r="r" b="b" t="t" l="l"/>
            <a:pathLst>
              <a:path h="406385" w="4454904">
                <a:moveTo>
                  <a:pt x="0" y="0"/>
                </a:moveTo>
                <a:lnTo>
                  <a:pt x="4454904" y="0"/>
                </a:lnTo>
                <a:lnTo>
                  <a:pt x="4454904" y="406385"/>
                </a:lnTo>
                <a:lnTo>
                  <a:pt x="0" y="40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4595" y="3003014"/>
            <a:ext cx="7557585" cy="5668189"/>
          </a:xfrm>
          <a:custGeom>
            <a:avLst/>
            <a:gdLst/>
            <a:ahLst/>
            <a:cxnLst/>
            <a:rect r="r" b="b" t="t" l="l"/>
            <a:pathLst>
              <a:path h="5668189" w="7557585">
                <a:moveTo>
                  <a:pt x="0" y="0"/>
                </a:moveTo>
                <a:lnTo>
                  <a:pt x="7557586" y="0"/>
                </a:lnTo>
                <a:lnTo>
                  <a:pt x="7557586" y="5668189"/>
                </a:lnTo>
                <a:lnTo>
                  <a:pt x="0" y="56681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39621" y="662959"/>
            <a:ext cx="11884256" cy="1730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sz="54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REBUILDING THE GAS LEAKAGE ALARM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45861" y="4181379"/>
            <a:ext cx="8717072" cy="1655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0"/>
              </a:lnSpc>
            </a:pPr>
          </a:p>
          <a:p>
            <a:pPr algn="ctr">
              <a:lnSpc>
                <a:spcPts val="3260"/>
              </a:lnSpc>
              <a:spcBef>
                <a:spcPct val="0"/>
              </a:spcBef>
            </a:pPr>
            <a:r>
              <a:rPr lang="en-US" sz="301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We rebuilt the gas leakage alarm system with a new Arduino Uno, successfully uploading the code and making it work perfectly.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6071" y="1028700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4400" y="92812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04396" y="9118615"/>
            <a:ext cx="4454904" cy="406385"/>
          </a:xfrm>
          <a:custGeom>
            <a:avLst/>
            <a:gdLst/>
            <a:ahLst/>
            <a:cxnLst/>
            <a:rect r="r" b="b" t="t" l="l"/>
            <a:pathLst>
              <a:path h="406385" w="4454904">
                <a:moveTo>
                  <a:pt x="0" y="0"/>
                </a:moveTo>
                <a:lnTo>
                  <a:pt x="4454904" y="0"/>
                </a:lnTo>
                <a:lnTo>
                  <a:pt x="4454904" y="406385"/>
                </a:lnTo>
                <a:lnTo>
                  <a:pt x="0" y="40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76071" y="2970685"/>
            <a:ext cx="7114482" cy="5335861"/>
          </a:xfrm>
          <a:custGeom>
            <a:avLst/>
            <a:gdLst/>
            <a:ahLst/>
            <a:cxnLst/>
            <a:rect r="r" b="b" t="t" l="l"/>
            <a:pathLst>
              <a:path h="5335861" w="7114482">
                <a:moveTo>
                  <a:pt x="0" y="0"/>
                </a:moveTo>
                <a:lnTo>
                  <a:pt x="7114482" y="0"/>
                </a:lnTo>
                <a:lnTo>
                  <a:pt x="7114482" y="5335861"/>
                </a:lnTo>
                <a:lnTo>
                  <a:pt x="0" y="53358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87913" y="2970685"/>
            <a:ext cx="7100836" cy="5325627"/>
          </a:xfrm>
          <a:custGeom>
            <a:avLst/>
            <a:gdLst/>
            <a:ahLst/>
            <a:cxnLst/>
            <a:rect r="r" b="b" t="t" l="l"/>
            <a:pathLst>
              <a:path h="5325627" w="7100836">
                <a:moveTo>
                  <a:pt x="0" y="0"/>
                </a:moveTo>
                <a:lnTo>
                  <a:pt x="7100836" y="0"/>
                </a:lnTo>
                <a:lnTo>
                  <a:pt x="7100836" y="5325627"/>
                </a:lnTo>
                <a:lnTo>
                  <a:pt x="0" y="5325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63867" y="650877"/>
            <a:ext cx="12560266" cy="1730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sz="54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COMPLETION OF THE GAS LEAKAGE ALARM SYSTEM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6071" y="1028700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6071" y="90145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04396" y="9014517"/>
            <a:ext cx="4454904" cy="406385"/>
          </a:xfrm>
          <a:custGeom>
            <a:avLst/>
            <a:gdLst/>
            <a:ahLst/>
            <a:cxnLst/>
            <a:rect r="r" b="b" t="t" l="l"/>
            <a:pathLst>
              <a:path h="406385" w="4454904">
                <a:moveTo>
                  <a:pt x="0" y="0"/>
                </a:moveTo>
                <a:lnTo>
                  <a:pt x="4454904" y="0"/>
                </a:lnTo>
                <a:lnTo>
                  <a:pt x="4454904" y="406385"/>
                </a:lnTo>
                <a:lnTo>
                  <a:pt x="0" y="40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82892" y="3747529"/>
            <a:ext cx="11884256" cy="1730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sz="54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COMPONENTS OF GAS LEAKAGE ALARM SYSTEM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4400" y="92812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04396" y="9118615"/>
            <a:ext cx="4454904" cy="406385"/>
          </a:xfrm>
          <a:custGeom>
            <a:avLst/>
            <a:gdLst/>
            <a:ahLst/>
            <a:cxnLst/>
            <a:rect r="r" b="b" t="t" l="l"/>
            <a:pathLst>
              <a:path h="406385" w="4454904">
                <a:moveTo>
                  <a:pt x="0" y="0"/>
                </a:moveTo>
                <a:lnTo>
                  <a:pt x="4454904" y="0"/>
                </a:lnTo>
                <a:lnTo>
                  <a:pt x="4454904" y="406385"/>
                </a:lnTo>
                <a:lnTo>
                  <a:pt x="0" y="4063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3596638" y="2849133"/>
            <a:ext cx="3826466" cy="5101954"/>
          </a:xfrm>
          <a:custGeom>
            <a:avLst/>
            <a:gdLst/>
            <a:ahLst/>
            <a:cxnLst/>
            <a:rect r="r" b="b" t="t" l="l"/>
            <a:pathLst>
              <a:path h="5101954" w="3826466">
                <a:moveTo>
                  <a:pt x="0" y="0"/>
                </a:moveTo>
                <a:lnTo>
                  <a:pt x="3826466" y="0"/>
                </a:lnTo>
                <a:lnTo>
                  <a:pt x="3826466" y="5101954"/>
                </a:lnTo>
                <a:lnTo>
                  <a:pt x="0" y="51019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79905" y="3486877"/>
            <a:ext cx="5448982" cy="3826466"/>
          </a:xfrm>
          <a:custGeom>
            <a:avLst/>
            <a:gdLst/>
            <a:ahLst/>
            <a:cxnLst/>
            <a:rect r="r" b="b" t="t" l="l"/>
            <a:pathLst>
              <a:path h="3826466" w="5448982">
                <a:moveTo>
                  <a:pt x="0" y="0"/>
                </a:moveTo>
                <a:lnTo>
                  <a:pt x="5448983" y="0"/>
                </a:lnTo>
                <a:lnTo>
                  <a:pt x="5448983" y="3826466"/>
                </a:lnTo>
                <a:lnTo>
                  <a:pt x="0" y="38264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400" r="0" b="-340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45861" y="2278474"/>
            <a:ext cx="7298139" cy="58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2"/>
              </a:lnSpc>
            </a:pPr>
            <a:r>
              <a:rPr lang="en-US" sz="36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Arduino uno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02604" y="2278474"/>
            <a:ext cx="7298139" cy="58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2"/>
              </a:lnSpc>
            </a:pPr>
            <a:r>
              <a:rPr lang="en-US" sz="36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lcd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4400" y="92812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04396" y="9118615"/>
            <a:ext cx="4454904" cy="406385"/>
          </a:xfrm>
          <a:custGeom>
            <a:avLst/>
            <a:gdLst/>
            <a:ahLst/>
            <a:cxnLst/>
            <a:rect r="r" b="b" t="t" l="l"/>
            <a:pathLst>
              <a:path h="406385" w="4454904">
                <a:moveTo>
                  <a:pt x="0" y="0"/>
                </a:moveTo>
                <a:lnTo>
                  <a:pt x="4454904" y="0"/>
                </a:lnTo>
                <a:lnTo>
                  <a:pt x="4454904" y="406385"/>
                </a:lnTo>
                <a:lnTo>
                  <a:pt x="0" y="4063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34739" y="3314358"/>
            <a:ext cx="5720383" cy="4916238"/>
          </a:xfrm>
          <a:custGeom>
            <a:avLst/>
            <a:gdLst/>
            <a:ahLst/>
            <a:cxnLst/>
            <a:rect r="r" b="b" t="t" l="l"/>
            <a:pathLst>
              <a:path h="4916238" w="5720383">
                <a:moveTo>
                  <a:pt x="0" y="0"/>
                </a:moveTo>
                <a:lnTo>
                  <a:pt x="5720383" y="0"/>
                </a:lnTo>
                <a:lnTo>
                  <a:pt x="5720383" y="4916238"/>
                </a:lnTo>
                <a:lnTo>
                  <a:pt x="0" y="49162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9575" r="0" b="-3556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91482" y="3314358"/>
            <a:ext cx="5720383" cy="4916238"/>
          </a:xfrm>
          <a:custGeom>
            <a:avLst/>
            <a:gdLst/>
            <a:ahLst/>
            <a:cxnLst/>
            <a:rect r="r" b="b" t="t" l="l"/>
            <a:pathLst>
              <a:path h="4916238" w="5720383">
                <a:moveTo>
                  <a:pt x="0" y="0"/>
                </a:moveTo>
                <a:lnTo>
                  <a:pt x="5720383" y="0"/>
                </a:lnTo>
                <a:lnTo>
                  <a:pt x="5720383" y="4916238"/>
                </a:lnTo>
                <a:lnTo>
                  <a:pt x="0" y="49162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9899" r="0" b="-1524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45861" y="2278474"/>
            <a:ext cx="7298139" cy="58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2"/>
              </a:lnSpc>
            </a:pPr>
            <a:r>
              <a:rPr lang="en-US" sz="36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mq-5 sensor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02604" y="2278474"/>
            <a:ext cx="7298139" cy="58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2"/>
              </a:lnSpc>
            </a:pPr>
            <a:r>
              <a:rPr lang="en-US" sz="36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buzzer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4400" y="9281217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04396" y="9118615"/>
            <a:ext cx="4454904" cy="406385"/>
          </a:xfrm>
          <a:custGeom>
            <a:avLst/>
            <a:gdLst/>
            <a:ahLst/>
            <a:cxnLst/>
            <a:rect r="r" b="b" t="t" l="l"/>
            <a:pathLst>
              <a:path h="406385" w="4454904">
                <a:moveTo>
                  <a:pt x="0" y="0"/>
                </a:moveTo>
                <a:lnTo>
                  <a:pt x="4454904" y="0"/>
                </a:lnTo>
                <a:lnTo>
                  <a:pt x="4454904" y="406385"/>
                </a:lnTo>
                <a:lnTo>
                  <a:pt x="0" y="4063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34739" y="3314358"/>
            <a:ext cx="5720383" cy="4916238"/>
          </a:xfrm>
          <a:custGeom>
            <a:avLst/>
            <a:gdLst/>
            <a:ahLst/>
            <a:cxnLst/>
            <a:rect r="r" b="b" t="t" l="l"/>
            <a:pathLst>
              <a:path h="4916238" w="5720383">
                <a:moveTo>
                  <a:pt x="0" y="0"/>
                </a:moveTo>
                <a:lnTo>
                  <a:pt x="5720383" y="0"/>
                </a:lnTo>
                <a:lnTo>
                  <a:pt x="5720383" y="4916238"/>
                </a:lnTo>
                <a:lnTo>
                  <a:pt x="0" y="49162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9575" r="0" b="-3556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91482" y="3314358"/>
            <a:ext cx="5720383" cy="4916238"/>
          </a:xfrm>
          <a:custGeom>
            <a:avLst/>
            <a:gdLst/>
            <a:ahLst/>
            <a:cxnLst/>
            <a:rect r="r" b="b" t="t" l="l"/>
            <a:pathLst>
              <a:path h="4916238" w="5720383">
                <a:moveTo>
                  <a:pt x="0" y="0"/>
                </a:moveTo>
                <a:lnTo>
                  <a:pt x="5720383" y="0"/>
                </a:lnTo>
                <a:lnTo>
                  <a:pt x="5720383" y="4916238"/>
                </a:lnTo>
                <a:lnTo>
                  <a:pt x="0" y="49162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9899" r="0" b="-15243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3036811" y="2912285"/>
            <a:ext cx="4916238" cy="5720383"/>
          </a:xfrm>
          <a:custGeom>
            <a:avLst/>
            <a:gdLst/>
            <a:ahLst/>
            <a:cxnLst/>
            <a:rect r="r" b="b" t="t" l="l"/>
            <a:pathLst>
              <a:path h="5720383" w="4916238">
                <a:moveTo>
                  <a:pt x="0" y="0"/>
                </a:moveTo>
                <a:lnTo>
                  <a:pt x="4916238" y="0"/>
                </a:lnTo>
                <a:lnTo>
                  <a:pt x="4916238" y="5720384"/>
                </a:lnTo>
                <a:lnTo>
                  <a:pt x="0" y="57203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9040" r="0" b="-554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091482" y="3314358"/>
            <a:ext cx="5720383" cy="4916238"/>
          </a:xfrm>
          <a:custGeom>
            <a:avLst/>
            <a:gdLst/>
            <a:ahLst/>
            <a:cxnLst/>
            <a:rect r="r" b="b" t="t" l="l"/>
            <a:pathLst>
              <a:path h="4916238" w="5720383">
                <a:moveTo>
                  <a:pt x="0" y="0"/>
                </a:moveTo>
                <a:lnTo>
                  <a:pt x="5720383" y="0"/>
                </a:lnTo>
                <a:lnTo>
                  <a:pt x="5720383" y="4916238"/>
                </a:lnTo>
                <a:lnTo>
                  <a:pt x="0" y="491623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37622" r="0" b="-1752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04465" y="2278474"/>
            <a:ext cx="7298139" cy="58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2"/>
              </a:lnSpc>
            </a:pPr>
            <a:r>
              <a:rPr lang="en-US" sz="36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bread board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02604" y="2278474"/>
            <a:ext cx="7298139" cy="58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2"/>
              </a:lnSpc>
            </a:pPr>
            <a:r>
              <a:rPr lang="en-US" sz="36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wires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6071" y="1028700"/>
            <a:ext cx="551414" cy="518330"/>
          </a:xfrm>
          <a:custGeom>
            <a:avLst/>
            <a:gdLst/>
            <a:ahLst/>
            <a:cxnLst/>
            <a:rect r="r" b="b" t="t" l="l"/>
            <a:pathLst>
              <a:path h="518330" w="551414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9691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0083" y="1084613"/>
            <a:ext cx="839609" cy="450336"/>
          </a:xfrm>
          <a:custGeom>
            <a:avLst/>
            <a:gdLst/>
            <a:ahLst/>
            <a:cxnLst/>
            <a:rect r="r" b="b" t="t" l="l"/>
            <a:pathLst>
              <a:path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6273" y="9306374"/>
            <a:ext cx="2728988" cy="487567"/>
          </a:xfrm>
          <a:custGeom>
            <a:avLst/>
            <a:gdLst/>
            <a:ahLst/>
            <a:cxnLst/>
            <a:rect r="r" b="b" t="t" l="l"/>
            <a:pathLst>
              <a:path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51778" y="1769522"/>
            <a:ext cx="7860048" cy="7289201"/>
          </a:xfrm>
          <a:custGeom>
            <a:avLst/>
            <a:gdLst/>
            <a:ahLst/>
            <a:cxnLst/>
            <a:rect r="r" b="b" t="t" l="l"/>
            <a:pathLst>
              <a:path h="7289201" w="7860048">
                <a:moveTo>
                  <a:pt x="0" y="0"/>
                </a:moveTo>
                <a:lnTo>
                  <a:pt x="7860048" y="0"/>
                </a:lnTo>
                <a:lnTo>
                  <a:pt x="7860048" y="7289202"/>
                </a:lnTo>
                <a:lnTo>
                  <a:pt x="0" y="72892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094" t="0" r="-109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50856" y="1769522"/>
            <a:ext cx="5988640" cy="7430720"/>
          </a:xfrm>
          <a:custGeom>
            <a:avLst/>
            <a:gdLst/>
            <a:ahLst/>
            <a:cxnLst/>
            <a:rect r="r" b="b" t="t" l="l"/>
            <a:pathLst>
              <a:path h="7430720" w="5988640">
                <a:moveTo>
                  <a:pt x="0" y="0"/>
                </a:moveTo>
                <a:lnTo>
                  <a:pt x="5988640" y="0"/>
                </a:lnTo>
                <a:lnTo>
                  <a:pt x="5988640" y="7430721"/>
                </a:lnTo>
                <a:lnTo>
                  <a:pt x="0" y="74307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39621" y="662959"/>
            <a:ext cx="11884256" cy="86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0"/>
              </a:lnSpc>
            </a:pPr>
            <a:r>
              <a:rPr lang="en-US" sz="54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CODES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41C4D">
                <a:alpha val="100000"/>
              </a:srgbClr>
            </a:gs>
            <a:gs pos="100000">
              <a:srgbClr val="3B616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DAGXXuNkUDY</dc:identifier>
  <dcterms:modified xsi:type="dcterms:W3CDTF">2011-08-01T06:04:30Z</dcterms:modified>
  <cp:revision>1</cp:revision>
  <dc:title>copy ni sir mong-</dc:title>
</cp:coreProperties>
</file>